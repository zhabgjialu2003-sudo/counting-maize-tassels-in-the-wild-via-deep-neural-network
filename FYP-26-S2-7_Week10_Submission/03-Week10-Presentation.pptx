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zhabgjialu2003-sudo.github.io/Counting-Maize-Tassels-in-the-Wild-via-Deep-Neural-Network/frontend/pages/login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7D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Maize Tassel Detection System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8F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Counting Maize Tassels in the Wild via Deep Neural Network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0" y="3017520"/>
            <a:ext cx="2743200" cy="36576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291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8F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FYP-26-S2-7  |  Week 10 Presentation  |  13 June 2026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8F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Supervisor: Mr. Singgo Jappit  |  Assessor: Mr. Tian Sion Hui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920240" cy="292608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63040"/>
            <a:ext cx="1920240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916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2286000"/>
            <a:ext cx="1645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HTML pages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Vanilla JS + CSS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auth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375px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06040" y="1463040"/>
            <a:ext cx="1920240" cy="292608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606040" y="1463040"/>
            <a:ext cx="1920240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0" name="Text 8"/>
          <p:cNvSpPr/>
          <p:nvPr/>
        </p:nvSpPr>
        <p:spPr>
          <a:xfrm>
            <a:off x="2606040" y="16916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743200" y="2286000"/>
            <a:ext cx="1645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 3.x API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REST endpoints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CORS + psycopg3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 fallback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463040"/>
            <a:ext cx="1920240" cy="292608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463040"/>
            <a:ext cx="1920240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6916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Model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92040" y="2286000"/>
            <a:ext cx="1645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YOLO26s (PyTorch)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MCD + MTDC-UAV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3-stage training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mAP50 = 0.899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03720" y="1463040"/>
            <a:ext cx="1920240" cy="292608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03720" y="1463040"/>
            <a:ext cx="1920240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6903720" y="16916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040880" y="2286000"/>
            <a:ext cx="1645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18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tables + indexes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seeded users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ERD + draw.io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web application that automatically detects and counts maize tassels from field images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Solution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840480" cy="3200400"/>
          </a:xfrm>
          <a:prstGeom prst="rect">
            <a:avLst/>
          </a:prstGeom>
          <a:solidFill>
            <a:srgbClr val="FFF5F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73152" cy="320040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10312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Time-consuming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field can take hours to survey manually.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Labor-intensive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staff must walk fields, identify and count each tassel.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Inconsistent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Counts vary between observers; data reliability suffers.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Coverage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feasibly monitor every field section.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97680" y="246888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846320" y="1371600"/>
            <a:ext cx="3840480" cy="320040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371600"/>
            <a:ext cx="73152" cy="32004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1" name="Text 9"/>
          <p:cNvSpPr/>
          <p:nvPr/>
        </p:nvSpPr>
        <p:spPr>
          <a:xfrm>
            <a:off x="5166360" y="1554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166360" y="210312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Upload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Farmers upload maize field images via web or mobile.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Detect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YOLO26s AI model identifies tassels and draws bounding boxes.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Count &amp; Report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returns count, confidence score, and annotated images with trend reports.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Demo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2011680" cy="210312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4630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965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3774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demo roles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Farmer / Researcher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Agronomist / Admin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Password: 123456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377440" y="201168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606040" y="1371600"/>
            <a:ext cx="2011680" cy="210312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06040" y="14630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606040" y="1965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43200" y="23774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JPG/PNG image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before analysis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type validation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Rejects PDF/DOCX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17720" y="201168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846320" y="1371600"/>
            <a:ext cx="2011680" cy="210312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46320" y="14630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846320" y="1965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83480" y="23774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Analyze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 or real YOLO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 time shown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Graceful fallback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0" y="201168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086600" y="1371600"/>
            <a:ext cx="2011680" cy="2103120"/>
          </a:xfrm>
          <a:prstGeom prst="rect">
            <a:avLst/>
          </a:prstGeom>
          <a:solidFill>
            <a:srgbClr val="2E7D3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086600" y="14630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7086600" y="1965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Results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223760" y="23774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F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Tassel count display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8F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score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8F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Annotated bbox image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8F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toggle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Accounts: john@farm.com  |  liwei@research.org  |  maria@agro.com  |  admin@system.com  (all passwords: 123456)</a:t>
            </a:r>
            <a:endParaRPr lang="en-US" sz="1000" dirty="0"/>
          </a:p>
        </p:txBody>
      </p:sp>
      <p:sp>
        <p:nvSpPr>
          <p:cNvPr id="24" name="Text 22">
            <a:hlinkClick r:id="rId1" tooltip=""/>
          </p:cNvPr>
          <p:cNvSpPr/>
          <p:nvPr/>
        </p:nvSpPr>
        <p:spPr>
          <a:xfrm>
            <a:off x="2743200" y="4389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Live Prototype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Progress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2011680" cy="96012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34440"/>
            <a:ext cx="54864" cy="9601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3444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0" y="1234440"/>
            <a:ext cx="2011680" cy="96012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0" y="1234440"/>
            <a:ext cx="54864" cy="9601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0" y="123444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234440"/>
            <a:ext cx="2011680" cy="96012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234440"/>
            <a:ext cx="54864" cy="9601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23444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49440" y="1234440"/>
            <a:ext cx="2011680" cy="96012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949440" y="1234440"/>
            <a:ext cx="54864" cy="9601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0" y="123444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377440"/>
            <a:ext cx="2011680" cy="96012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377440"/>
            <a:ext cx="54864" cy="9601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37744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560320" y="2377440"/>
            <a:ext cx="2011680" cy="96012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0" y="2377440"/>
            <a:ext cx="54864" cy="9601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0" y="237744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2377440"/>
            <a:ext cx="2011680" cy="96012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377440"/>
            <a:ext cx="54864" cy="9601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237744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949440" y="2377440"/>
            <a:ext cx="2011680" cy="96012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949440" y="2377440"/>
            <a:ext cx="54864" cy="9601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7" name="Text 25"/>
          <p:cNvSpPr/>
          <p:nvPr/>
        </p:nvSpPr>
        <p:spPr>
          <a:xfrm>
            <a:off x="7132320" y="237744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3520440"/>
            <a:ext cx="2011680" cy="96012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3520440"/>
            <a:ext cx="54864" cy="9601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352044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Agronomist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560320" y="3520440"/>
            <a:ext cx="2011680" cy="96012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560320" y="3520440"/>
            <a:ext cx="54864" cy="9601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3" name="Text 31"/>
          <p:cNvSpPr/>
          <p:nvPr/>
        </p:nvSpPr>
        <p:spPr>
          <a:xfrm>
            <a:off x="2743200" y="352044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Researcher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754880" y="3520440"/>
            <a:ext cx="2011680" cy="96012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3520440"/>
            <a:ext cx="54864" cy="9601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6" name="Text 34"/>
          <p:cNvSpPr/>
          <p:nvPr/>
        </p:nvSpPr>
        <p:spPr>
          <a:xfrm>
            <a:off x="4937760" y="352044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949440" y="3520440"/>
            <a:ext cx="2011680" cy="96012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949440" y="3520440"/>
            <a:ext cx="54864" cy="9601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9" name="Text 37"/>
          <p:cNvSpPr/>
          <p:nvPr/>
        </p:nvSpPr>
        <p:spPr>
          <a:xfrm>
            <a:off x="7132320" y="352044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pages  |  4 roles  |  375px responsive  |  CSV export  |  sessionStorage auth  |  Vanilla HTML/CSS/JS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&amp; Database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329184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73152" cy="32918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087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API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01168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 3.x + flask-cors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psycopg3 PostgreSQL connector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REST endpoints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Graceful mock fallback (202)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 inference integration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pg_dump backup endpoint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CORS configured for frontend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snake_case JSON responses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3931920" cy="329184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371600"/>
            <a:ext cx="73152" cy="32918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0" name="Text 8"/>
          <p:cNvSpPr/>
          <p:nvPr/>
        </p:nvSpPr>
        <p:spPr>
          <a:xfrm>
            <a:off x="5074920" y="15087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18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74920" y="201168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tables + ENUM types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roles, users, images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detection_results (history)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(daily/weekly/monthly)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system_logs (audit trail)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datasets (training data)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image_files (BYTEA binary)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seeded demo users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Model Progress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029200" cy="146304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4630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YOLO26s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Ultralytics v8.4.x  |  PyTorch  |  9.95M params  |  22.5 GFLOPs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One-to-one detection head — eliminates NMS during training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760720" y="1371600"/>
            <a:ext cx="2926080" cy="146304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035040" y="1463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35040" y="19659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MCD: 361 ground images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MTDC-UAV: 800 drone images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SAHI tiling: 22,343 tiles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10896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560320"/>
                <a:gridCol w="1371600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Epochs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mAP50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Backbone Frozen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AdamW, lr=0.002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0.899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 Full Training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MuSGD, mixup, copy-paste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0.754+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 High-Res Fine-tune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1280px, MuSGD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76F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progress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Metrics: mAP@0.5 &gt;70%  |  Precision &gt;75%  |  Recall &gt;70%  |  IoU Threshold 0.5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Results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560320" cy="128016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4173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17/17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Passed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371600"/>
            <a:ext cx="2560320" cy="128016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4173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3291840" y="2103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Rate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371600"/>
            <a:ext cx="2560320" cy="128016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4173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126480" y="2103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Story Tests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192024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926080"/>
            <a:ext cx="1920240" cy="457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063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(10 tests)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34747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 respond, forms validate,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 flows work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606040" y="2926080"/>
            <a:ext cx="192024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606040" y="2926080"/>
            <a:ext cx="1920240" cy="457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9" name="Text 17"/>
          <p:cNvSpPr/>
          <p:nvPr/>
        </p:nvSpPr>
        <p:spPr>
          <a:xfrm>
            <a:off x="2606040" y="3063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(4 tests)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0" y="34747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endpoints return valid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JSON, CORS configured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2926080"/>
            <a:ext cx="192024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2926080"/>
            <a:ext cx="1920240" cy="457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3063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(2 tests)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92040" y="34747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Empty/unknown input handled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gracefully, no crashes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903720" y="2926080"/>
            <a:ext cx="192024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903720" y="2926080"/>
            <a:ext cx="1920240" cy="457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7" name="Text 25"/>
          <p:cNvSpPr/>
          <p:nvPr/>
        </p:nvSpPr>
        <p:spPr>
          <a:xfrm>
            <a:off x="6903720" y="3063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(1 test)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040880" y="34747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375px viewport, buttons 47px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44px WCAG minimum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14400" y="4617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tests executed 28 May 2026  |  Playwright 1.60 + curl  |  Testing Plan: 17-case summary + 30 per-story tables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371600" y="1371600"/>
            <a:ext cx="6400800" cy="777240"/>
          </a:xfrm>
          <a:prstGeom prst="rect">
            <a:avLst/>
          </a:prstGeom>
          <a:solidFill>
            <a:srgbClr val="40916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54480" y="13716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91840" y="137160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F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HTML pages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8F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Vanilla JS + CSS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8F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api.js fetch layer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8F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sessionStorage auth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0" y="2148840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71600" y="2286000"/>
            <a:ext cx="6400800" cy="777240"/>
          </a:xfrm>
          <a:prstGeom prst="rect">
            <a:avLst/>
          </a:prstGeom>
          <a:solidFill>
            <a:srgbClr val="2E7D3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554480" y="22860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API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91840" y="228600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F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 3.x + flask-cors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8F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REST endpoints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8F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CORS configured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8F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Graceful mock fallback (202)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0" y="3063240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371600" y="3200400"/>
            <a:ext cx="6400800" cy="777240"/>
          </a:xfrm>
          <a:prstGeom prst="rect">
            <a:avLst/>
          </a:prstGeom>
          <a:solidFill>
            <a:srgbClr val="1A5C2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554480" y="32004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Inference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91840" y="320040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F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YOLO26s (best.pt)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8F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inference.detect()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8F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Ultralytics v8.4.x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8F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bbox + confidence output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0" y="3977640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371600" y="4114800"/>
            <a:ext cx="6400800" cy="777240"/>
          </a:xfrm>
          <a:prstGeom prst="rect">
            <a:avLst/>
          </a:prstGeom>
          <a:solidFill>
            <a:srgbClr val="0D3B1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554480" y="41148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11480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F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18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8F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psycopg3 connector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8F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tables + indexes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8F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RealDictCursor queries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Principle: Graceful Degradation — if AI model or DB is unavailable, mock data ensures prototype always runs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E7D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 &amp; Thank You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14400" y="1371600"/>
            <a:ext cx="7315200" cy="2286000"/>
          </a:xfrm>
          <a:prstGeom prst="rect">
            <a:avLst/>
          </a:prstGeom>
          <a:solidFill>
            <a:srgbClr val="1A5C2A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463040"/>
            <a:ext cx="6766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11–14 Planned Work: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Stage 3 high-resolution training and evaluate final mAP@0.5:0.95 metrics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trained YOLO26s weights (best.pt) and integrate with Flask backend for live inference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batch upload and multi-file processing for Farmer workflow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PDF report export and enhance Agronomist dashboard with statistical analysis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Conduct end-to-end integration testing with real model inference on target hardware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model version registry for A/B comparison between YOLOv8 and YOLO26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828800" y="39319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8F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?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F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 github.com/zhabgjialu2003-sudo/Counting-Maize-Tassels-in-the-Wild-via-Deep-Neural-Network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8F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Demo: zhabgjialu2003-sudo.github.io/Counting-Maize-Tassels-in-the-Wild-via-Deep-Neural-Network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Maize Tassel Detection System — Week 10 Presentation</dc:title>
  <dc:subject>PptxGenJS Presentation</dc:subject>
  <dc:creator>FYP-26-S2-7</dc:creator>
  <cp:lastModifiedBy>FYP-26-S2-7</cp:lastModifiedBy>
  <cp:revision>1</cp:revision>
  <dcterms:created xsi:type="dcterms:W3CDTF">2026-06-07T11:10:43Z</dcterms:created>
  <dcterms:modified xsi:type="dcterms:W3CDTF">2026-06-07T11:10:43Z</dcterms:modified>
</cp:coreProperties>
</file>